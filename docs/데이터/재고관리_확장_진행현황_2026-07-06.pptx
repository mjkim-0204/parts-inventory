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2B358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938174"/>
            <a:ext cx="592531" cy="59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재고관리 시스템 만들기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도감에서 시작하는 확장 프로젝트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5852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2026-07-06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Claude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목적 — 큰 그림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원래 목표는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관리 시스템</a:t>
            </a:r>
            <a:pPr indent="0" marL="0">
              <a:buNone/>
            </a:pPr>
            <a:r>
              <a:rPr lang="en-US" sz="16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이었는데, 부품 자체가 정리돼 있지 않아서 재고를 셀 방법이 없었음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부품 도감을 먼저 만들고 있음 (지금 여기)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89" y="3682289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5935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창고 + 작업자 차량별 재고 파악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3904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뭘 얼마나 갖고 있는지 즉시 확인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89" y="450524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44165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발주 시점 파악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25880" y="4727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최소재고 이하로 떨어지기 전에 미리 알림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5328209"/>
            <a:ext cx="362102" cy="3621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52395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선입선출(FIFO)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25880" y="5550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오래된 재고부터 먼저 사용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동시에 진행 중인 두 갈래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285232" cy="3200400"/>
          </a:xfrm>
          <a:prstGeom prst="roundRect">
            <a:avLst>
              <a:gd name="adj" fmla="val 3429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E4E9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809" y="162488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부품 도감 만들기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1031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부품관리 대시보드 제작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가산·낙성대·공릉 창고 부품 조사 (130여개)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사진만 올리면 자동 배경제거(누끼)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CSV/구글시트 연동 가능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325880"/>
            <a:ext cx="5285232" cy="3200400"/>
          </a:xfrm>
          <a:prstGeom prst="roundRect">
            <a:avLst>
              <a:gd name="adj" fmla="val 3429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554480"/>
            <a:ext cx="502920" cy="502920"/>
          </a:xfrm>
          <a:prstGeom prst="ellipse">
            <a:avLst/>
          </a:prstGeom>
          <a:solidFill>
            <a:srgbClr val="E4E9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369" y="1624889"/>
            <a:ext cx="362102" cy="3621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창고 위치 확정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537960" y="21031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공유창고 vs 단독임대 — 여러 방면으로 탐색 중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결정에 따라 인터넷 연결 방식(와이파이 vs 무선라우터)이 달라짐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70916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FC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937760"/>
            <a:ext cx="502920" cy="502920"/>
          </a:xfrm>
          <a:prstGeom prst="ellipse">
            <a:avLst/>
          </a:prstGeom>
          <a:solidFill>
            <a:srgbClr val="F5D5D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9" y="5008169"/>
            <a:ext cx="362102" cy="3621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9560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발목 잡는 문제: 부품 코드 체계 정비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54480" y="53035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부품 코드가 혼란스러워서 다른 작업들이 부분적으로 홀드된 상태 — 코드 체계를 다시 정비해야 다음 단계로 나갈 수 있음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 재고 추적 방식 설계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EAF7E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완료 (구현은 아직)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85232" cy="4023360"/>
          </a:xfrm>
          <a:prstGeom prst="roundRect">
            <a:avLst>
              <a:gd name="adj" fmla="val 2727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고민했던 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처음엔 "전체 재고 - 선지출 = 남은 재고"로 계산하려 했는데, 작업자가 여러 개 가져가도 선지출은 실제 쓴 만큼만 기록돼서 숫자가 안 맞는 문제를 발견함 → 실제 재고가 누구에게 있는지 추적 불가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057400"/>
            <a:ext cx="5285232" cy="4023360"/>
          </a:xfrm>
          <a:prstGeom prst="roundRect">
            <a:avLst>
              <a:gd name="adj" fmla="val 2727"/>
            </a:avLst>
          </a:prstGeom>
          <a:solidFill>
            <a:srgbClr val="EAF0F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결정한 방향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"가져간 것(반출)"과 "청구할 것(선지출)"을 따로 기록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오래된 재고부터 먼저 쓰는 선입선출(FIFO) 구조로 관리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2. 반출 기록 방법 준비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선지출은 잘 파악되는데, 반출은 폰으로 적으라고 하면 번거로워서 안 지켜짐 → 부품마다 QR 붙이고 무선 스캐너로 마트처럼 스캔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920240"/>
            <a:ext cx="548640" cy="548640"/>
          </a:xfrm>
          <a:prstGeom prst="ellipse">
            <a:avLst/>
          </a:prstGeom>
          <a:solidFill>
            <a:srgbClr val="2B358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8410" y="19970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전수조사 + 구역별 QR라벨 부착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33472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834640" y="16916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3566160" y="1920240"/>
            <a:ext cx="548640" cy="548640"/>
          </a:xfrm>
          <a:prstGeom prst="ellipse">
            <a:avLst/>
          </a:prstGeom>
          <a:solidFill>
            <a:srgbClr val="E4E9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970" y="19970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608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71800" y="29718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집기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28032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029200" y="16916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5760720" y="1920240"/>
            <a:ext cx="548640" cy="548640"/>
          </a:xfrm>
          <a:prstGeom prst="ellipse">
            <a:avLst/>
          </a:prstGeom>
          <a:solidFill>
            <a:srgbClr val="E4E9F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530" y="199705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②③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66360" y="29718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모드·작업자 선택 후 QR 스캔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022592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7223760" y="16916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</p:spPr>
      </p:sp>
      <p:sp>
        <p:nvSpPr>
          <p:cNvPr id="23" name="Shape 18"/>
          <p:cNvSpPr/>
          <p:nvPr/>
        </p:nvSpPr>
        <p:spPr>
          <a:xfrm>
            <a:off x="7955280" y="1920240"/>
            <a:ext cx="548640" cy="548640"/>
          </a:xfrm>
          <a:prstGeom prst="ellipse">
            <a:avLst/>
          </a:prstGeom>
          <a:solidFill>
            <a:srgbClr val="E4E9F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090" y="199705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360920" y="29718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 → 재고 반영 + 자동 기록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217152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9418320" y="16916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</p:spPr>
      </p:sp>
      <p:sp>
        <p:nvSpPr>
          <p:cNvPr id="29" name="Shape 23"/>
          <p:cNvSpPr/>
          <p:nvPr/>
        </p:nvSpPr>
        <p:spPr>
          <a:xfrm>
            <a:off x="10149840" y="1920240"/>
            <a:ext cx="548640" cy="548640"/>
          </a:xfrm>
          <a:prstGeom prst="ellipse">
            <a:avLst/>
          </a:prstGeom>
          <a:solidFill>
            <a:srgbClr val="E4E9F7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6650" y="1997050"/>
            <a:ext cx="395021" cy="39502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097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555480" y="29718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대시보드에서 결과 확인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40080" y="4617720"/>
            <a:ext cx="10908792" cy="155448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34" name="Text 27"/>
          <p:cNvSpPr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세팅 계획 (창고 위치와 무관하게 미리 준비 가능)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창고로 정해지든, 창고 안을 부품 구역별로 나누고 각 자리에 부품 사진+QR 라벨 부착 · 실수로 못 찍었을 땐 폰 수동입력도 가능 · 어느 방식이든 구글시트 등에 자동 기록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3~5. 자동화 · 보안 · 확장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639312" cy="4023360"/>
          </a:xfrm>
          <a:prstGeom prst="roundRect">
            <a:avLst>
              <a:gd name="adj" fmla="val 301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9184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부족하면 자동으로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목록 뽑아줌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슬랙 등으로 알림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5029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029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43984" y="1463040"/>
            <a:ext cx="3639312" cy="4023360"/>
          </a:xfrm>
          <a:prstGeom prst="roundRect">
            <a:avLst>
              <a:gd name="adj" fmla="val 301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64024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35" y="191841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8304" y="265176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강화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18304" y="3429000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계정 로그인해야만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가능하게 전환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작업자·관리자 권한 분리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718304" y="5029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4718304" y="5029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47888" y="1463040"/>
            <a:ext cx="3639312" cy="4023360"/>
          </a:xfrm>
          <a:prstGeom prst="roundRect">
            <a:avLst>
              <a:gd name="adj" fmla="val 301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67928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539" y="191841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22208" y="265176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(미래)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522208" y="3429000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매장으로 확장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선지출 시스템과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연동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522208" y="5029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8522208" y="5029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로드맵 요약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519672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부품 도감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부품 정리 + 대시보드 제작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진행중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창고 확정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창고 위치 / 인터넷 방식 결정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알아보는 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재고 추적 방식 설계 (반출·선지출 분리, 선입선출)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설계완료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반출 기록 방법 (QR+무선스캐너, 프로토타입)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고민중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자동화 (발주 + 알림)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📋 예정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 강화 (인증전환 + 권한분리)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📋 예정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확장 (다매장 + 선지출 연동)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🔮 미래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5720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결정 · 준비가 필요한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41B49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21408"/>
            <a:ext cx="548640" cy="548640"/>
          </a:xfrm>
          <a:prstGeom prst="ellipse">
            <a:avLst/>
          </a:prstGeom>
          <a:solidFill>
            <a:srgbClr val="2B358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19821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842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코드 체계 정비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74520" y="2377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이것 때문에 다른 작업이 못 나가고 있음 — 우선순위 높음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20040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41B49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3538728"/>
            <a:ext cx="548640" cy="548640"/>
          </a:xfrm>
          <a:prstGeom prst="ellipse">
            <a:avLst/>
          </a:prstGeom>
          <a:solidFill>
            <a:srgbClr val="2B358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90" y="361553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4015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창고 형태 확정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874520" y="3794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공유창고 vs 단독임대 — 와이파이 방식이 여기 달려있음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461772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41B4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4956048"/>
            <a:ext cx="548640" cy="548640"/>
          </a:xfrm>
          <a:prstGeom prst="ellipse">
            <a:avLst/>
          </a:prstGeom>
          <a:solidFill>
            <a:srgbClr val="2B358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90" y="503285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8188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구매 + QR 라벨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74520" y="5212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무선 바코드/QR 스캐너, 태블릿, 부품 130여종 라벨 인쇄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재고관리 시스템 만들기</dc:title>
  <dc:subject>PptxGenJS Presentation</dc:subject>
  <dc:creator>Claude</dc:creator>
  <cp:lastModifiedBy>Claude</cp:lastModifiedBy>
  <cp:revision>1</cp:revision>
  <dcterms:created xsi:type="dcterms:W3CDTF">2026-07-06T07:26:08Z</dcterms:created>
  <dcterms:modified xsi:type="dcterms:W3CDTF">2026-07-06T07:26:08Z</dcterms:modified>
</cp:coreProperties>
</file>